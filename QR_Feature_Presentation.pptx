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CMS Canteen QR Code Feature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- Admin QR generation (download/print)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- Customer QR scan with table pre‑fill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- Premium UI with glassmorphism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Admin QR Grid</a:t>
            </a:r>
            <a:endParaRPr lang="en-US" sz="2400" dirty="0"/>
          </a:p>
        </p:txBody>
      </p:sp>
      <p:pic>
        <p:nvPicPr>
          <p:cNvPr id="3" name="Image 0" descr="C:/Users/salun/.gemini/antigravity/brain/e47710ce-19e1-4a97-b823-010ac3089909/qr_codes_generated_17752417012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Welcome Banner after Scan</a:t>
            </a:r>
            <a:endParaRPr lang="en-US" sz="2400" dirty="0"/>
          </a:p>
        </p:txBody>
      </p:sp>
      <p:pic>
        <p:nvPicPr>
          <p:cNvPr id="3" name="Image 0" descr="C:/Users/salun/.gemini/antigravity/brain/e47710ce-19e1-4a97-b823-010ac3089909/welcome_banner_table_3_1775241363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Checkout Pre‑fill</a:t>
            </a:r>
            <a:endParaRPr lang="en-US" sz="2400" dirty="0"/>
          </a:p>
        </p:txBody>
      </p:sp>
      <p:pic>
        <p:nvPicPr>
          <p:cNvPr id="3" name="Image 0" descr="C:/Users/salun/.gemini/antigravity/brain/e47710ce-19e1-4a97-b823-010ac3089909/checkout_prefill_verification_1775241398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2026-04-03T19:03:31Z</dcterms:created>
  <dcterms:modified xsi:type="dcterms:W3CDTF">2026-04-03T19:03:31Z</dcterms:modified>
</cp:coreProperties>
</file>