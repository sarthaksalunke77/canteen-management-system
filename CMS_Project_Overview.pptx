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Canteen Management System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Canteen Management System (CMS)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3D3D3"/>
                </a:solidFill>
              </a:rPr>
              <a:t>Project Overview &amp; Architecture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1. 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A web-based application to automate and smooth operations of a modern canteen.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Addresses challenges of slow and error-prone manual processes.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Provides separate interfaces for customers and administrators.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Customers: View, order, and pay seamlessly.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Administrators: Manage menus, monitor orders, and view financial reports.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2. 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Poor Service &amp; Long Queues: Manual processes lead to long waiting hours.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Financial Errors: Hand-written orders and cash transactions lead to incorrect billing.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Order Chaos: Lack of instant digital display for current orders being prepared.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Slow Report Generation: Manual collection and counting takes incredible time.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3. Core Objectives &amp; 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Customer Focus: Responsive, self-service portal (view menu, order, pay).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Cashless Transactions: Secure wallet deduction &amp; simulated Razorpay integration.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Admin Control: Real-time order tracking for efficient workflows.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Data-Driven Management: Automated sales reporting &amp; AI forecasting.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4. System Architecture &amp; Technologies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Front-end: HTML 5, CSS 3, JavaScript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Back-end: Node.js with Express.js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Data Persistence (Prototype): Browser localStorage API / SQLite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Future Database: PostgreSQL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External Tools: Razorpay SDK (Simulation)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5. Core Functional Requirements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Order Processing: Full-cycle from item selection to receipt generation.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Financial Management: Wallet transactions &amp; simulated online payment.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Admin &amp; Menu CRUD: Create, read, update, delete menu items and user accounts.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Real-time Tracking: KDS system for crew (New → Preparing → Ready).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Business Intelligence: AI-based forecasting for proactive inventory planning.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6. Results &amp; 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90% Faster Service: Order &amp; payment time reduced from 2-4 mins to 10-30 secs.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Real-time Insight: Report generation reduced to under 5 seconds.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Functional Success: Reliable prototype with consistent data, ready for future migration.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Conclusion: A robust blueprint to transition from manual to fast, automated service.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7. Future Scope &amp; Enhancements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Scalability: Migrate from localStorage/SQLite to PostgreSQL.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Security: Password hashing, JWT authentication, and secure login.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Operations: Real-time inventory tracking and improved intelligence analytics.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• Goal: Realize a secure, scalable, and commercially viable digital solution.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2026-09-28T17:14:05Z</dcterms:created>
  <dcterms:modified xsi:type="dcterms:W3CDTF">2026-09-28T17:14:05Z</dcterms:modified>
</cp:coreProperties>
</file>